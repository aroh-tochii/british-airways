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1600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Customer Intelligence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55448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Booking Optimization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are saying. Who will actually book. What to do about 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British Airways Data  |  1,920 Reviews  |  50,000 Booking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Problems. One Platform.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880360" y="14173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5819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Listening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receive thousands of reviews but have no systematic way to understand what customers are actually saying at scale. Patterns are invisible. Complaints repeat undetected.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1,920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 automatically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12801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23960" y="1417320"/>
            <a:ext cx="822960" cy="822960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5819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2331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Drop-off Problem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66560" y="2788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customers who start a booking never complete it. Airlines can't tell the difference between a browser and a buyer — so they treat everyone the same.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7512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6675120" y="4617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are abandoned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Customers Are Actually Saying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topic modeling on 1,920 reviews revealed 6 distinct complaint and praise categories: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Delays &amp; Punctuality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Negative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Catering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Negative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&amp; Comfort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38912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Negative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F57F17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Mixed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Experience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13816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3816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Positive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921240" y="1554480"/>
            <a:ext cx="1783080" cy="3291840"/>
          </a:xfrm>
          <a:prstGeom prst="roundRect">
            <a:avLst>
              <a:gd name="adj" fmla="val 4103"/>
            </a:avLst>
          </a:prstGeom>
          <a:solidFill>
            <a:srgbClr val="13355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12680" y="164592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1001268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Baggage &amp; Check-in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12680" y="2788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001268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12680" y="3749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Positive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finding: Delays generate 100% negative reviews — the single biggest reputational risk.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Complete Their Booking?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trained on 50,000 booking records predicts drop-off risk before it happens.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Detection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Completers correctly identified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 of completers vs browsers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completion — urgent buyers convert best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64592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2688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completion — 90+ day planners browse, not buy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Customers who book 90+ days out with no extras selected are highest drop-off risk — intervene early.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 in Practice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270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any review instantly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customer review. Get sentiment score, business interpretation, and churn risk classification in milliseconds.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5328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booking in real time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customer starts booking, the model scores their completion probability and flags high drop-off risk for immediate intervention.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387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targeted recommendations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customer? Send discount within 24 hours. Last-minute booker? Standard follow-up. The system tells teams exactly what to do.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4389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54456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business insights from the database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7160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summary, sentiment health, and booking analytics pulled live from PostgreSQL — always current, never a stale report.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User Actually Sees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335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chair was uncomfortable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hosts were rude"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1887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— Compound: -0.68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  |  Subjectivity: 0.8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risk — immediate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335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lead: 120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none selected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channel: Internet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4747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57F1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DROP-OFF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977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90+ days early, no extras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 discount within 24hrs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drop-off: 76.6%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review streams — social media, app store, email feedback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booking scores into CRM so agents see drop-off risk in real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8254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route-level sentiment tracking — which routes generate the most complaints?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4838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heart disease detection model for pre-diagnosis screening (v2.0)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1422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infrastructure for enterprise-scale usage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a specific use case? Let's talk.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Customer Intelligence Platform</dc:title>
  <dc:subject>PptxGenJS Presentation</dc:subject>
  <dc:creator>PptxGenJS</dc:creator>
  <cp:lastModifiedBy>PptxGenJS</cp:lastModifiedBy>
  <cp:revision>1</cp:revision>
  <dcterms:created xsi:type="dcterms:W3CDTF">2026-07-03T23:30:02Z</dcterms:created>
  <dcterms:modified xsi:type="dcterms:W3CDTF">2026-07-03T23:30:02Z</dcterms:modified>
</cp:coreProperties>
</file>